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02F067-3BCF-43A4-B5EC-F1459A63D64D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686A61-AF4B-4167-912D-D37D00340D3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EB906-C600-4F9D-B5E6-E021721A811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8AE6E-4073-4AB7-9F83-00682FF5C09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14678" y="1357298"/>
            <a:ext cx="2214578" cy="714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Build the Complete Prompt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14678" y="285728"/>
            <a:ext cx="2214578" cy="7143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Get The current Taxonomy Level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14678" y="2428868"/>
            <a:ext cx="2214578" cy="114300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Send Prompt to AI and extract questions along with answers or tokens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Diamond 6"/>
          <p:cNvSpPr/>
          <p:nvPr/>
        </p:nvSpPr>
        <p:spPr>
          <a:xfrm>
            <a:off x="3071802" y="4000504"/>
            <a:ext cx="2500330" cy="121444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Display Questions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5786" y="5357826"/>
            <a:ext cx="2286016" cy="1285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For MCQ Questions display Questions with options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86446" y="5357826"/>
            <a:ext cx="2286016" cy="1285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For Descriptive Questions Display Questions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Down Arrow 11"/>
          <p:cNvSpPr/>
          <p:nvPr/>
        </p:nvSpPr>
        <p:spPr>
          <a:xfrm>
            <a:off x="4143372" y="1000108"/>
            <a:ext cx="285752" cy="35719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4143372" y="2071678"/>
            <a:ext cx="285752" cy="35719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143372" y="3571876"/>
            <a:ext cx="357190" cy="428628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/>
          <p:cNvCxnSpPr>
            <a:endCxn id="8" idx="0"/>
          </p:cNvCxnSpPr>
          <p:nvPr/>
        </p:nvCxnSpPr>
        <p:spPr>
          <a:xfrm rot="10800000" flipV="1">
            <a:off x="1928794" y="4572008"/>
            <a:ext cx="1143008" cy="78581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19"/>
          <p:cNvCxnSpPr>
            <a:stCxn id="7" idx="3"/>
            <a:endCxn id="9" idx="0"/>
          </p:cNvCxnSpPr>
          <p:nvPr/>
        </p:nvCxnSpPr>
        <p:spPr>
          <a:xfrm>
            <a:off x="5572132" y="4607727"/>
            <a:ext cx="1357322" cy="750099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786446" y="50004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106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786446" y="1571612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107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5786446" y="2786058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108</a:t>
            </a:r>
            <a:endParaRPr lang="en-US" dirty="0"/>
          </a:p>
        </p:txBody>
      </p:sp>
      <p:sp>
        <p:nvSpPr>
          <p:cNvPr id="35" name="TextBox 34"/>
          <p:cNvSpPr txBox="1"/>
          <p:nvPr/>
        </p:nvSpPr>
        <p:spPr>
          <a:xfrm>
            <a:off x="5214942" y="4143380"/>
            <a:ext cx="64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109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928662" y="4929198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110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072330" y="492919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111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00364" y="214290"/>
            <a:ext cx="2714644" cy="8572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Student submits answers for every question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86446" y="500042"/>
            <a:ext cx="571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112</a:t>
            </a:r>
            <a:endParaRPr lang="en-US" dirty="0"/>
          </a:p>
        </p:txBody>
      </p:sp>
      <p:sp>
        <p:nvSpPr>
          <p:cNvPr id="21" name="Diamond 20"/>
          <p:cNvSpPr/>
          <p:nvPr/>
        </p:nvSpPr>
        <p:spPr>
          <a:xfrm>
            <a:off x="3143240" y="1643050"/>
            <a:ext cx="2500330" cy="1214446"/>
          </a:xfrm>
          <a:prstGeom prst="diamond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MCQ or Descriptive type ?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4282" y="3286124"/>
            <a:ext cx="2286016" cy="1285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For MCQ check student’s answers with correct answers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14282" y="5000636"/>
            <a:ext cx="2286016" cy="12858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Store and display answers including max level of taxonomy reached.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143636" y="3286124"/>
            <a:ext cx="2286016" cy="1357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For Descriptive questions </a:t>
            </a:r>
            <a:r>
              <a:rPr lang="en-US" dirty="0" smtClean="0"/>
              <a:t>Calculate  </a:t>
            </a:r>
            <a:r>
              <a:rPr lang="en-US" dirty="0"/>
              <a:t>score based on </a:t>
            </a:r>
            <a:r>
              <a:rPr lang="en-US" dirty="0" smtClean="0"/>
              <a:t>keyword </a:t>
            </a:r>
            <a:r>
              <a:rPr lang="en-US" dirty="0"/>
              <a:t>coverage, quality of </a:t>
            </a:r>
            <a:r>
              <a:rPr lang="en-US" dirty="0" smtClean="0"/>
              <a:t>matching</a:t>
            </a:r>
            <a:r>
              <a:rPr lang="en-US" dirty="0"/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43636" y="5072074"/>
            <a:ext cx="2500330" cy="157163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 summary of the student’s performance, including answers, </a:t>
            </a:r>
            <a:r>
              <a:rPr lang="en-US" dirty="0" smtClean="0"/>
              <a:t>scores, </a:t>
            </a:r>
            <a:r>
              <a:rPr lang="en-US" dirty="0"/>
              <a:t>and feedback </a:t>
            </a:r>
            <a:r>
              <a:rPr lang="en-US" dirty="0" smtClean="0"/>
              <a:t>details</a:t>
            </a:r>
            <a:r>
              <a:rPr lang="en-US" dirty="0"/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15008" y="1714488"/>
            <a:ext cx="857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113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2643174" y="3643314"/>
            <a:ext cx="78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114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2786050" y="557214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115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5429256" y="557214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117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5429256" y="3714752"/>
            <a:ext cx="9286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116</a:t>
            </a:r>
            <a:endParaRPr lang="en-US" dirty="0"/>
          </a:p>
        </p:txBody>
      </p:sp>
      <p:cxnSp>
        <p:nvCxnSpPr>
          <p:cNvPr id="34" name="Straight Arrow Connector 33"/>
          <p:cNvCxnSpPr>
            <a:stCxn id="4" idx="2"/>
          </p:cNvCxnSpPr>
          <p:nvPr/>
        </p:nvCxnSpPr>
        <p:spPr>
          <a:xfrm rot="5400000">
            <a:off x="4107653" y="1321579"/>
            <a:ext cx="500066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hape 35"/>
          <p:cNvCxnSpPr>
            <a:stCxn id="21" idx="1"/>
            <a:endCxn id="22" idx="0"/>
          </p:cNvCxnSpPr>
          <p:nvPr/>
        </p:nvCxnSpPr>
        <p:spPr>
          <a:xfrm rot="10800000" flipV="1">
            <a:off x="1357290" y="2250272"/>
            <a:ext cx="1785950" cy="10358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hape 37"/>
          <p:cNvCxnSpPr>
            <a:stCxn id="21" idx="3"/>
            <a:endCxn id="24" idx="0"/>
          </p:cNvCxnSpPr>
          <p:nvPr/>
        </p:nvCxnSpPr>
        <p:spPr>
          <a:xfrm>
            <a:off x="5643570" y="2250273"/>
            <a:ext cx="1643074" cy="1035851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2" idx="2"/>
            <a:endCxn id="23" idx="0"/>
          </p:cNvCxnSpPr>
          <p:nvPr/>
        </p:nvCxnSpPr>
        <p:spPr>
          <a:xfrm rot="5400000">
            <a:off x="1142976" y="4786322"/>
            <a:ext cx="42862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4" idx="2"/>
          </p:cNvCxnSpPr>
          <p:nvPr/>
        </p:nvCxnSpPr>
        <p:spPr>
          <a:xfrm rot="5400000">
            <a:off x="7108049" y="4822041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91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8</cp:revision>
  <dcterms:created xsi:type="dcterms:W3CDTF">2025-10-10T17:10:07Z</dcterms:created>
  <dcterms:modified xsi:type="dcterms:W3CDTF">2025-10-10T18:07:50Z</dcterms:modified>
</cp:coreProperties>
</file>